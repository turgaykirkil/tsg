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● CANLI PLATFORM — SICILIUS.COM.TR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Türkiye'nin Akıllı Şirket</a:t>
            </a:r>
            <a:br/>
            <a:r>
              <a:t>İstihbarat Altyapısı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Kamuya açık kaynaklardaki 2.100.000+ aktif şirket verisini ve 16.8M+ gazete ilanı sayfasını yapay zeka ile analiz eden, gizli ilişki ağlarını haritaya döken ve kurumsal kararları hızlandıran yenilikçi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2468880" cy="146304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2.1M+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Aktif Şirket Kaydı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4389120"/>
            <a:ext cx="2468880" cy="146304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16.8M+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İlan &amp; PDF Sayfası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2468880" cy="146304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&lt;200ms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Arama Yanıtı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4389120"/>
            <a:ext cx="2468880" cy="146304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1200">
                <a:solidFill>
                  <a:srgbClr val="94A3B8"/>
                </a:solidFill>
              </a:defRPr>
            </a:pPr>
            <a:r>
              <a:t>Canlı &amp; Otonom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Mevcut Şirket Araştırma Sistemleri Neden Yetersiz?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Kamuya açık kaynaklardaki şirket verileri erişilebilir olmasına rağmen aranması ve ilişkilendirilmesi son derece zordur.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560320" cy="38404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📰 PDF Dağınıklığı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Kamuya açık ilanlar yüzlerce sayfalık araması imkansız ham PDF belgeleri halinde yayınlanmaktadır.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94560"/>
            <a:ext cx="2560320" cy="38404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🕸️ Görünmeyen Ağlar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Bir şirketin ortak yöneticileri, gizli bağları ve yan iştiraklerini tespit etmek saatler alır.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194560"/>
            <a:ext cx="2560320" cy="38404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⏳ Zaman &amp; İş Gücü Kaybı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Kredi risk ve KYC araştırmaları manuel taramalar nedeniyle günlerce sürmektedir.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194560"/>
            <a:ext cx="2560320" cy="38404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💰 Yüksek Maliyetler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Piyasadaki ham veri satıcıları yüksek lisans ücretleri talep etmekte ve hantal kalmaktadır.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02 · ARAMA DENEYİMİ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Minimalist &amp; Güçlü Arama Deneyimi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Karmaşık kamu verisini Google sadeliğinde tek bir arama çubuğuna indirgeyen sezgisel arayüz.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4937760" cy="128016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🔍 Google Sadeliğinde Arama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Tek bir alana VKN, Şirket Unvanı veya MERSİS No yazarak anında sorgulama yapın.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4937760" cy="128016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⚡ Hızlı Kısayol Tuşları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CMD + K veya / kısayolları ile platformun her yerinden saniyede yeni arama başlatın.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4937760" cy="128016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🛡️ Güvenli &amp; Standart Veri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Türkçe karakter normalizasyonu ve fuzzy match motoru ile hatalı yazımlarda bile anında bulun.</a:t>
            </a:r>
          </a:p>
        </p:txBody>
      </p:sp>
      <p:pic>
        <p:nvPicPr>
          <p:cNvPr id="8" name="Picture 7" descr="web_search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011680"/>
            <a:ext cx="5486400" cy="301902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03 · ÇÖZÜM &amp; NEXUS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Sicilius ile Akıllı Kurumsal İstihbarat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Ham kamu verisini saniyeler içinde karar verilebilir görsel analize dönüştürüyoruz.</a:t>
            </a:r>
          </a:p>
        </p:txBody>
      </p:sp>
      <p:pic>
        <p:nvPicPr>
          <p:cNvPr id="5" name="Picture 4" descr="web_nexus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5943600" cy="25663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2011680"/>
            <a:ext cx="4480560" cy="128016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🤖 AI Destekli OCR + NLP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Kamuya açık ilanları otonom tarar, optik karakter tanıma ile metne çevirir.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474720"/>
            <a:ext cx="4480560" cy="128016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🕸️ NEXUS İlişki Ağ Grafiği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Kişi-şirket bağlantılarını Depth-2 derinliğinde görselleştirir, anomali tespiti yapar.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4937760"/>
            <a:ext cx="4480560" cy="128016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⚡ &lt;200ms Ultra Hızlı Arama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In-memory TTL Önbellekleme ve PostGIS spatial veritabanı indekslemesi ile anlık yanıtlar.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04 · YETENEKLER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Uçtan Uca Platform Modülleri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Bir kurumsal araştırma ve istihbarat merkezinin ihtiyaç duyduğu tüm bileşenler.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🔍 Akıllı Şirket Arama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Fuzzy match, Türkçe karakter normalizasyonu ve VKN / Sicil No ile anlık arama.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47472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🕸️ NEXUS Grafik Motoru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Şirket-Kişi graf haritası, ML anomali tespiti ve dolaylı ortaklık araştırması.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47472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📄 OCR + İlan İşleme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Kamuya açık PDF belgelerini otonom tarar, NLP ile yönetici değişikliklerini ayıklar.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347472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🗺️ Coğrafi Haritalama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PostGIS altyapısı, otomatik geocoding ve interaktif kümeleme haritası.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206240"/>
            <a:ext cx="347472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🏆 Oyunlaştırma &amp; Saha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GPS 50m doğrulama ile saha check-in, anonim KVKK liderlik tablosu ve XP sistemi.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206240"/>
            <a:ext cx="347472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🐹 Go (Golang) Microservice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PostGIS ST_DWithin ile 50m saha fırsatları sunan Clean Architecture REST API.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05 · TEKNOLOJİ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Modern &amp; Kurumsal Mimari Altyapı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Yüksek performanslı, containerized ve sürekli çalışan mikro-servis mimarisi.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⚡ [FRONTEND] Next.js 14 &amp; React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TypeScript, Tailwind CSS, React Force Graph entegrasyonu.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12064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⚡ [BACKEND] Go (Golang) + FastAPI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Clean Architecture, Python 3.11 NLP işleme ve high-concurrency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⚡ [VERİTABANI] PostgreSQL + PostGIS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Coğrafi indeksleme, MinIO S3 dosya depolama ve in-memory cache.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206240"/>
            <a:ext cx="512064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⚡ [MOBİL] Expo (React Native)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OpenStreetMap ücretsiz harita altyapısı, Caddy TLS ve DR planı.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06 · SAHA SATIŞI &amp; GİZLİLİK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Saha Ziyaret Disiplini &amp; Oyunlaştırma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KVKK uyumlu anonim sıralama ve GPS 50m doğrulama ile saha ekiplerini motive edin.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38912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🏆 5 Kademeli Lig &amp; Anonim Tablo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Bronz -&gt; Gümüş -&gt; Altın -&gt; Platin -&gt; Efsane Lig sistemi ve KVKK uyumlu anonim liderlik tablosu.</a:t>
            </a:r>
          </a:p>
        </p:txBody>
      </p:sp>
      <p:pic>
        <p:nvPicPr>
          <p:cNvPr id="6" name="Picture 5" descr="mobile_gam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743200"/>
            <a:ext cx="1605617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2011680"/>
            <a:ext cx="5120640" cy="438912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🗺️ %100 Ücretsiz Harita Altyapısı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OpenStreetMap (OSM) Tile Server entegrasyonu ile sıfır API maliyetli harita renderlama.</a:t>
            </a:r>
          </a:p>
        </p:txBody>
      </p:sp>
      <p:pic>
        <p:nvPicPr>
          <p:cNvPr id="8" name="Picture 7" descr="mobile_map_o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743200"/>
            <a:ext cx="1605617" cy="34747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07 · PAZAR &amp; KULLANIM ALANLARI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Pazar Fırsatı ve Kullanım Senaryoları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Türkiye'de kurumsal veri ve regtech alanındaki yüksek büyüme potansiyeli.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474720" cy="38404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🏦 Bankacılık &amp; Finans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KYC, kredi risk değerlendirmesi ve müşteri due diligence süreçlerinde hızlı şirket ve yönetici geçmişi araştırması.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94560"/>
            <a:ext cx="3474720" cy="38404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⚖️ Hukuk &amp; Danışmanlık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M&amp;A ortaklık süreçleri, dava araştırmaları, iştirak ağ haritalandırması ve hukuki incelemeler.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194560"/>
            <a:ext cx="3474720" cy="38404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🏢 Saha Satış &amp; KOBİ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Yeni kurulan şirketlerin tespiti, coğrafi yakınlık araması ve saha ziyaret disiplini optimizasyonu.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08 · YOL HARİTASI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Gelişim ve Gelecek Vizyonu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Tamamlanan kilometre taşları ve önümüzdeki dönemin teknolojik hedefleri.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560320" cy="38404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✅ 2025 Q1-Q2</a:t>
            </a:r>
            <a:br/>
            <a:r>
              <a:t>Temel Altyapı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FastAPI + Next.js Kurulumu, PostgreSQL + PostGIS Coğrafi Altyapı, Otonom Data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194560"/>
            <a:ext cx="2560320" cy="38404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✅ 2025 Q3-Q4</a:t>
            </a:r>
            <a:br/>
            <a:r>
              <a:t>NEXUS &amp; Mobil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NEXUS Derinlik-2 Graf Motoru, React Native Mobil App, Go Microservice &amp; DR Planı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194560"/>
            <a:ext cx="2560320" cy="38404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⚡ 2026 Q1</a:t>
            </a:r>
            <a:br/>
            <a:r>
              <a:t>Saha &amp; Oyunlaştırma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5 Kademeli Lig, GPS 50m Doğrulama, Anonim Tablo &amp; 1.000+ Dinamik Görev Motoru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194560"/>
            <a:ext cx="2560320" cy="38404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🚀 2026 Q2+</a:t>
            </a:r>
            <a:br/>
            <a:r>
              <a:t>AI &amp; Gelecek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LLM Destekli Özet Raporlama, Yapay Zeka Şirket Karnesi &amp; Otonom Tedarikçi Asistanı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09 · SSS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Merak Edilen Sorular &amp; Yanıtlar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Sicilius altyapısı, veri kaynağı, güvenlik ve kullanım detayları hakkında merak edilenler.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⚖️ Veri nereden geliyor, yasal altyapısı nedir?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Kamuya açık resmi devlet yayınları ve açık kaynak veriler kullanılmaktadır. Sicilius ham kamu verisini yapay zeka ile yapılandırılmış ve sorgulanabilir hale getirir. KVKK standartlarına tam uyumludur.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12064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🚀 Sicilius'u rakiplerinden ayıran en temel 3 fark nedir?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(1) NEXUS ilişki ağı grafı (Depth-2), (2) GPS 50m doğrulama ve oyunlaştırmalı B2B saha satış modülü, (3) %100 otonom veri güncelleme ve sıfır harita maliyetli mimari.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12064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🛡️ Oyunlaştırmada KVKK ve gizlilik nasıl sağlanıyor?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Ciro veya satış tutarı kesinlikle takip edilmez. Liderlik tablosu tamamen anonimdir ('Temsilci #1', 'SEN 4. Sıra'). Diğer kullanıcıların kişisel bilgileri sistemde gizli tutulur.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206240"/>
            <a:ext cx="5120640" cy="2011680"/>
          </a:xfrm>
          <a:prstGeom prst="roundRect">
            <a:avLst/>
          </a:prstGeom>
          <a:solidFill>
            <a:srgbClr val="0A162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🗺️ Mobil haritada Google Maps API ücreti ödeniyor mu?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Hayır. Ücretli Google Maps API yerine %100 ücretsiz OpenStreetMap (OSM) Tile Server kullanılmıştır. Sıfır API maliyetiyle sınırsız harita render edilmektedir.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B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Türkiye'nin Şirket Verisini</a:t>
            </a:r>
            <a:br/>
            <a:r>
              <a:t>Geleceğe Taşıyoruz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Binlerce şirket ve yönetici ilişkisini saniyeler içinde keşfetmek için platformu hemen canlıda deneyimleyin.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🌐 sicilius.com.tr   |   📧 info@sicilius.com.tr   |   🔬 sicilius.com.tr/nexus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